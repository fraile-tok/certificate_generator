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748"/>
    <p:restoredTop sz="91424"/>
  </p:normalViewPr>
  <p:slideViewPr>
    <p:cSldViewPr snapToGrid="0">
      <p:cViewPr>
        <p:scale>
          <a:sx n="134" d="100"/>
          <a:sy n="134" d="100"/>
        </p:scale>
        <p:origin x="2856"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4EF99631-F2D1-E747-BBA4-8263B83E986D}" type="datetimeFigureOut">
              <a:rPr lang="es-MX" smtClean="0"/>
              <a:t>11/12/25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70D2FF16-F35B-6343-B86E-5379F4133722}" type="slidenum">
              <a:rPr lang="es-MX" smtClean="0"/>
              <a:t>‹#›</a:t>
            </a:fld>
            <a:endParaRPr lang="es-MX"/>
          </a:p>
        </p:txBody>
      </p:sp>
    </p:spTree>
    <p:extLst>
      <p:ext uri="{BB962C8B-B14F-4D97-AF65-F5344CB8AC3E}">
        <p14:creationId xmlns:p14="http://schemas.microsoft.com/office/powerpoint/2010/main" val="3178689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4EF99631-F2D1-E747-BBA4-8263B83E986D}" type="datetimeFigureOut">
              <a:rPr lang="es-MX" smtClean="0"/>
              <a:t>11/12/25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70D2FF16-F35B-6343-B86E-5379F4133722}" type="slidenum">
              <a:rPr lang="es-MX" smtClean="0"/>
              <a:t>‹#›</a:t>
            </a:fld>
            <a:endParaRPr lang="es-MX"/>
          </a:p>
        </p:txBody>
      </p:sp>
    </p:spTree>
    <p:extLst>
      <p:ext uri="{BB962C8B-B14F-4D97-AF65-F5344CB8AC3E}">
        <p14:creationId xmlns:p14="http://schemas.microsoft.com/office/powerpoint/2010/main" val="2590417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4EF99631-F2D1-E747-BBA4-8263B83E986D}" type="datetimeFigureOut">
              <a:rPr lang="es-MX" smtClean="0"/>
              <a:t>11/12/25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70D2FF16-F35B-6343-B86E-5379F4133722}" type="slidenum">
              <a:rPr lang="es-MX" smtClean="0"/>
              <a:t>‹#›</a:t>
            </a:fld>
            <a:endParaRPr lang="es-MX"/>
          </a:p>
        </p:txBody>
      </p:sp>
    </p:spTree>
    <p:extLst>
      <p:ext uri="{BB962C8B-B14F-4D97-AF65-F5344CB8AC3E}">
        <p14:creationId xmlns:p14="http://schemas.microsoft.com/office/powerpoint/2010/main" val="2169942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4EF99631-F2D1-E747-BBA4-8263B83E986D}" type="datetimeFigureOut">
              <a:rPr lang="es-MX" smtClean="0"/>
              <a:t>11/12/25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70D2FF16-F35B-6343-B86E-5379F4133722}" type="slidenum">
              <a:rPr lang="es-MX" smtClean="0"/>
              <a:t>‹#›</a:t>
            </a:fld>
            <a:endParaRPr lang="es-MX"/>
          </a:p>
        </p:txBody>
      </p:sp>
    </p:spTree>
    <p:extLst>
      <p:ext uri="{BB962C8B-B14F-4D97-AF65-F5344CB8AC3E}">
        <p14:creationId xmlns:p14="http://schemas.microsoft.com/office/powerpoint/2010/main" val="2962292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5"/>
            <a:ext cx="5915025" cy="1767417"/>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MX"/>
              <a:t>Haga clic para modificar los estilos de texto del patrón</a:t>
            </a:r>
          </a:p>
        </p:txBody>
      </p:sp>
      <p:sp>
        <p:nvSpPr>
          <p:cNvPr id="4" name="Content Placeholder 3"/>
          <p:cNvSpPr>
            <a:spLocks noGrp="1"/>
          </p:cNvSpPr>
          <p:nvPr>
            <p:ph sz="half" idx="2"/>
          </p:nvPr>
        </p:nvSpPr>
        <p:spPr>
          <a:xfrm>
            <a:off x="472381" y="3340100"/>
            <a:ext cx="2901255" cy="491278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MX"/>
              <a:t>Haga clic para modificar los estilos de texto del patrón</a:t>
            </a:r>
          </a:p>
        </p:txBody>
      </p:sp>
      <p:sp>
        <p:nvSpPr>
          <p:cNvPr id="6" name="Content Placeholder 5"/>
          <p:cNvSpPr>
            <a:spLocks noGrp="1"/>
          </p:cNvSpPr>
          <p:nvPr>
            <p:ph sz="quarter" idx="4"/>
          </p:nvPr>
        </p:nvSpPr>
        <p:spPr>
          <a:xfrm>
            <a:off x="3471863" y="3340100"/>
            <a:ext cx="2915543" cy="491278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4EF99631-F2D1-E747-BBA4-8263B83E986D}" type="datetimeFigureOut">
              <a:rPr lang="es-MX" smtClean="0"/>
              <a:t>11/12/25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70D2FF16-F35B-6343-B86E-5379F4133722}" type="slidenum">
              <a:rPr lang="es-MX" smtClean="0"/>
              <a:t>‹#›</a:t>
            </a:fld>
            <a:endParaRPr lang="es-MX"/>
          </a:p>
        </p:txBody>
      </p:sp>
    </p:spTree>
    <p:extLst>
      <p:ext uri="{BB962C8B-B14F-4D97-AF65-F5344CB8AC3E}">
        <p14:creationId xmlns:p14="http://schemas.microsoft.com/office/powerpoint/2010/main" val="3135208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4EF99631-F2D1-E747-BBA4-8263B83E986D}" type="datetimeFigureOut">
              <a:rPr lang="es-MX" smtClean="0"/>
              <a:t>11/12/25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70D2FF16-F35B-6343-B86E-5379F4133722}" type="slidenum">
              <a:rPr lang="es-MX" smtClean="0"/>
              <a:t>‹#›</a:t>
            </a:fld>
            <a:endParaRPr lang="es-MX"/>
          </a:p>
        </p:txBody>
      </p:sp>
    </p:spTree>
    <p:extLst>
      <p:ext uri="{BB962C8B-B14F-4D97-AF65-F5344CB8AC3E}">
        <p14:creationId xmlns:p14="http://schemas.microsoft.com/office/powerpoint/2010/main" val="3287248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99631-F2D1-E747-BBA4-8263B83E986D}" type="datetimeFigureOut">
              <a:rPr lang="es-MX" smtClean="0"/>
              <a:t>11/12/25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70D2FF16-F35B-6343-B86E-5379F4133722}" type="slidenum">
              <a:rPr lang="es-MX" smtClean="0"/>
              <a:t>‹#›</a:t>
            </a:fld>
            <a:endParaRPr lang="es-MX"/>
          </a:p>
        </p:txBody>
      </p:sp>
    </p:spTree>
    <p:extLst>
      <p:ext uri="{BB962C8B-B14F-4D97-AF65-F5344CB8AC3E}">
        <p14:creationId xmlns:p14="http://schemas.microsoft.com/office/powerpoint/2010/main" val="1487901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s-MX"/>
              <a:t>Haz clic para modificar el estilo de título del patrón</a:t>
            </a:r>
            <a:endParaRPr lang="en-US" dirty="0"/>
          </a:p>
        </p:txBody>
      </p:sp>
      <p:sp>
        <p:nvSpPr>
          <p:cNvPr id="3" name="Content Placeholder 2"/>
          <p:cNvSpPr>
            <a:spLocks noGrp="1"/>
          </p:cNvSpPr>
          <p:nvPr>
            <p:ph idx="1"/>
          </p:nvPr>
        </p:nvSpPr>
        <p:spPr>
          <a:xfrm>
            <a:off x="2915543" y="1316568"/>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4EF99631-F2D1-E747-BBA4-8263B83E986D}" type="datetimeFigureOut">
              <a:rPr lang="es-MX" smtClean="0"/>
              <a:t>11/12/25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70D2FF16-F35B-6343-B86E-5379F4133722}" type="slidenum">
              <a:rPr lang="es-MX" smtClean="0"/>
              <a:t>‹#›</a:t>
            </a:fld>
            <a:endParaRPr lang="es-MX"/>
          </a:p>
        </p:txBody>
      </p:sp>
    </p:spTree>
    <p:extLst>
      <p:ext uri="{BB962C8B-B14F-4D97-AF65-F5344CB8AC3E}">
        <p14:creationId xmlns:p14="http://schemas.microsoft.com/office/powerpoint/2010/main" val="3542541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2915543" y="1316568"/>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4EF99631-F2D1-E747-BBA4-8263B83E986D}" type="datetimeFigureOut">
              <a:rPr lang="es-MX" smtClean="0"/>
              <a:t>11/12/25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70D2FF16-F35B-6343-B86E-5379F4133722}" type="slidenum">
              <a:rPr lang="es-MX" smtClean="0"/>
              <a:t>‹#›</a:t>
            </a:fld>
            <a:endParaRPr lang="es-MX"/>
          </a:p>
        </p:txBody>
      </p:sp>
    </p:spTree>
    <p:extLst>
      <p:ext uri="{BB962C8B-B14F-4D97-AF65-F5344CB8AC3E}">
        <p14:creationId xmlns:p14="http://schemas.microsoft.com/office/powerpoint/2010/main" val="1162138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4EF99631-F2D1-E747-BBA4-8263B83E986D}" type="datetimeFigureOut">
              <a:rPr lang="es-MX" smtClean="0"/>
              <a:t>11/12/25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70D2FF16-F35B-6343-B86E-5379F4133722}" type="slidenum">
              <a:rPr lang="es-MX" smtClean="0"/>
              <a:t>‹#›</a:t>
            </a:fld>
            <a:endParaRPr lang="es-MX"/>
          </a:p>
        </p:txBody>
      </p:sp>
    </p:spTree>
    <p:extLst>
      <p:ext uri="{BB962C8B-B14F-4D97-AF65-F5344CB8AC3E}">
        <p14:creationId xmlns:p14="http://schemas.microsoft.com/office/powerpoint/2010/main" val="1614493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3"/>
            <a:ext cx="1478756" cy="7749117"/>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471488" y="486833"/>
            <a:ext cx="4350544" cy="7749117"/>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4EF99631-F2D1-E747-BBA4-8263B83E986D}" type="datetimeFigureOut">
              <a:rPr lang="es-MX" smtClean="0"/>
              <a:t>11/12/25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70D2FF16-F35B-6343-B86E-5379F4133722}" type="slidenum">
              <a:rPr lang="es-MX" smtClean="0"/>
              <a:t>‹#›</a:t>
            </a:fld>
            <a:endParaRPr lang="es-MX"/>
          </a:p>
        </p:txBody>
      </p:sp>
    </p:spTree>
    <p:extLst>
      <p:ext uri="{BB962C8B-B14F-4D97-AF65-F5344CB8AC3E}">
        <p14:creationId xmlns:p14="http://schemas.microsoft.com/office/powerpoint/2010/main" val="758272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5"/>
            <a:ext cx="5915025" cy="1767417"/>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471487"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4EF99631-F2D1-E747-BBA4-8263B83E986D}" type="datetimeFigureOut">
              <a:rPr lang="es-MX" smtClean="0"/>
              <a:t>11/12/25</a:t>
            </a:fld>
            <a:endParaRPr lang="es-MX"/>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70D2FF16-F35B-6343-B86E-5379F4133722}" type="slidenum">
              <a:rPr lang="es-MX" smtClean="0"/>
              <a:t>‹#›</a:t>
            </a:fld>
            <a:endParaRPr lang="es-MX"/>
          </a:p>
        </p:txBody>
      </p:sp>
    </p:spTree>
    <p:extLst>
      <p:ext uri="{BB962C8B-B14F-4D97-AF65-F5344CB8AC3E}">
        <p14:creationId xmlns:p14="http://schemas.microsoft.com/office/powerpoint/2010/main" val="24151939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F8657528-B6F3-0FC3-1BFE-4527AE74149D}"/>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colorTemperature colorTemp="1500"/>
                    </a14:imgEffect>
                    <a14:imgEffect>
                      <a14:saturation sat="0"/>
                    </a14:imgEffect>
                  </a14:imgLayer>
                </a14:imgProps>
              </a:ext>
            </a:extLst>
          </a:blip>
          <a:stretch>
            <a:fillRect/>
          </a:stretch>
        </p:blipFill>
        <p:spPr>
          <a:xfrm rot="20442096">
            <a:off x="3543289" y="5156189"/>
            <a:ext cx="5600717" cy="5600717"/>
          </a:xfrm>
          <a:prstGeom prst="rect">
            <a:avLst/>
          </a:prstGeom>
          <a:effectLst>
            <a:outerShdw sx="1000" sy="1000" algn="ctr" rotWithShape="0">
              <a:srgbClr val="000000"/>
            </a:outerShdw>
            <a:reflection blurRad="6350" endPos="0" dir="5400000" sy="-100000" algn="bl" rotWithShape="0"/>
          </a:effectLst>
        </p:spPr>
      </p:pic>
      <p:sp>
        <p:nvSpPr>
          <p:cNvPr id="2" name="Título 1">
            <a:extLst>
              <a:ext uri="{FF2B5EF4-FFF2-40B4-BE49-F238E27FC236}">
                <a16:creationId xmlns:a16="http://schemas.microsoft.com/office/drawing/2014/main" id="{076AA4FC-9830-3781-B987-536B1F680C92}"/>
              </a:ext>
            </a:extLst>
          </p:cNvPr>
          <p:cNvSpPr>
            <a:spLocks noGrp="1"/>
          </p:cNvSpPr>
          <p:nvPr>
            <p:ph type="ctrTitle"/>
          </p:nvPr>
        </p:nvSpPr>
        <p:spPr>
          <a:xfrm>
            <a:off x="514349" y="706968"/>
            <a:ext cx="5829300" cy="7776632"/>
          </a:xfrm>
        </p:spPr>
        <p:txBody>
          <a:bodyPr>
            <a:normAutofit/>
          </a:bodyPr>
          <a:lstStyle/>
          <a:p>
            <a:br>
              <a:rPr lang="es-MX" sz="1800" dirty="0">
                <a:latin typeface="Gill Sans MT" panose="020B0502020104020203" pitchFamily="34" charset="77"/>
              </a:rPr>
            </a:br>
            <a:r>
              <a:rPr lang="es-MX" sz="1800" dirty="0">
                <a:latin typeface="Gill Sans MT" panose="020B0502020104020203" pitchFamily="34" charset="77"/>
              </a:rPr>
              <a:t>certifica que</a:t>
            </a:r>
            <a:br>
              <a:rPr lang="es-MX" sz="1800" dirty="0">
                <a:latin typeface="Gill Sans MT" panose="020B0502020104020203" pitchFamily="34" charset="77"/>
              </a:rPr>
            </a:br>
            <a:br>
              <a:rPr lang="es-MX" sz="4400" dirty="0">
                <a:latin typeface="Gill Sans MT" panose="020B0502020104020203" pitchFamily="34" charset="77"/>
              </a:rPr>
            </a:br>
            <a:br>
              <a:rPr lang="es-MX" sz="4400" dirty="0">
                <a:latin typeface="Gill Sans MT" panose="020B0502020104020203" pitchFamily="34" charset="77"/>
              </a:rPr>
            </a:br>
            <a:br>
              <a:rPr lang="es-MX" sz="3600" dirty="0">
                <a:latin typeface="Gill Sans MT" panose="020B0502020104020203" pitchFamily="34" charset="77"/>
              </a:rPr>
            </a:br>
            <a:r>
              <a:rPr lang="es-MX" sz="1800" dirty="0">
                <a:latin typeface="Gill Sans MT" panose="020B0502020104020203" pitchFamily="34" charset="77"/>
              </a:rPr>
              <a:t>ha concluido con éxito el curso de</a:t>
            </a:r>
            <a:br>
              <a:rPr lang="es-MX" sz="1800" dirty="0">
                <a:latin typeface="Gill Sans MT" panose="020B0502020104020203" pitchFamily="34" charset="77"/>
              </a:rPr>
            </a:br>
            <a:r>
              <a:rPr lang="es-MX" sz="2800" dirty="0">
                <a:latin typeface="Gill Sans MT" panose="020B0502020104020203" pitchFamily="34" charset="77"/>
              </a:rPr>
              <a:t>Antropología de la Educación:</a:t>
            </a:r>
            <a:br>
              <a:rPr lang="es-MX" sz="2800" dirty="0">
                <a:latin typeface="Gill Sans MT" panose="020B0502020104020203" pitchFamily="34" charset="77"/>
              </a:rPr>
            </a:br>
            <a:r>
              <a:rPr lang="es-MX" sz="2800" i="1" dirty="0">
                <a:latin typeface="Gill Sans MT" panose="020B0502020104020203" pitchFamily="34" charset="77"/>
              </a:rPr>
              <a:t>¿Cómo ayudar a crecer?</a:t>
            </a:r>
            <a:br>
              <a:rPr lang="es-MX" sz="3600" dirty="0">
                <a:latin typeface="Gill Sans MT" panose="020B0502020104020203" pitchFamily="34" charset="77"/>
              </a:rPr>
            </a:br>
            <a:r>
              <a:rPr lang="es-MX" sz="1800" dirty="0">
                <a:latin typeface="Gill Sans MT" panose="020B0502020104020203" pitchFamily="34" charset="77"/>
              </a:rPr>
              <a:t>con una duración total de 36 horas</a:t>
            </a:r>
            <a:br>
              <a:rPr lang="es-MX" sz="1800" dirty="0">
                <a:latin typeface="Gill Sans MT" panose="020B0502020104020203" pitchFamily="34" charset="77"/>
              </a:rPr>
            </a:br>
            <a:br>
              <a:rPr lang="es-MX" sz="1800" dirty="0">
                <a:latin typeface="Gill Sans MT" panose="020B0502020104020203" pitchFamily="34" charset="77"/>
              </a:rPr>
            </a:br>
            <a:r>
              <a:rPr lang="es-MX" sz="1800" dirty="0">
                <a:latin typeface="Gill Sans MT" panose="020B0502020104020203" pitchFamily="34" charset="77"/>
              </a:rPr>
              <a:t>Ciudad de México, diciembre 2025</a:t>
            </a:r>
            <a:br>
              <a:rPr lang="es-MX" sz="1800" dirty="0">
                <a:latin typeface="Gill Sans MT" panose="020B0502020104020203" pitchFamily="34" charset="77"/>
              </a:rPr>
            </a:br>
            <a:br>
              <a:rPr lang="es-MX" sz="1800" dirty="0">
                <a:latin typeface="Gill Sans MT" panose="020B0502020104020203" pitchFamily="34" charset="77"/>
              </a:rPr>
            </a:br>
            <a:br>
              <a:rPr lang="es-MX" sz="1800" dirty="0">
                <a:latin typeface="Gill Sans MT" panose="020B0502020104020203" pitchFamily="34" charset="77"/>
              </a:rPr>
            </a:br>
            <a:br>
              <a:rPr lang="es-MX" sz="1800" dirty="0">
                <a:latin typeface="Gill Sans MT" panose="020B0502020104020203" pitchFamily="34" charset="77"/>
              </a:rPr>
            </a:br>
            <a:br>
              <a:rPr lang="es-MX" sz="1800" dirty="0">
                <a:latin typeface="Gill Sans MT" panose="020B0502020104020203" pitchFamily="34" charset="77"/>
              </a:rPr>
            </a:br>
            <a:br>
              <a:rPr lang="es-MX" sz="1800" dirty="0">
                <a:latin typeface="Gill Sans MT" panose="020B0502020104020203" pitchFamily="34" charset="77"/>
              </a:rPr>
            </a:br>
            <a:br>
              <a:rPr lang="es-MX" sz="1800" dirty="0">
                <a:latin typeface="Gill Sans MT" panose="020B0502020104020203" pitchFamily="34" charset="77"/>
              </a:rPr>
            </a:br>
            <a:r>
              <a:rPr lang="es-MX" sz="1800" dirty="0">
                <a:latin typeface="Gill Sans MT" panose="020B0502020104020203" pitchFamily="34" charset="77"/>
              </a:rPr>
              <a:t>Dr.  Alberto I. Vargas</a:t>
            </a:r>
            <a:br>
              <a:rPr lang="es-MX" sz="1800" dirty="0">
                <a:latin typeface="Gill Sans MT" panose="020B0502020104020203" pitchFamily="34" charset="77"/>
              </a:rPr>
            </a:br>
            <a:r>
              <a:rPr lang="es-MX" sz="1800" b="1" dirty="0">
                <a:latin typeface="Gill Sans MT" panose="020B0502020104020203" pitchFamily="34" charset="77"/>
              </a:rPr>
              <a:t>Director</a:t>
            </a:r>
            <a:endParaRPr lang="es-MX" sz="4400" b="1" dirty="0">
              <a:latin typeface="Gill Sans MT" panose="020B0502020104020203" pitchFamily="34" charset="77"/>
            </a:endParaRPr>
          </a:p>
        </p:txBody>
      </p:sp>
      <p:pic>
        <p:nvPicPr>
          <p:cNvPr id="5" name="Imagen 4">
            <a:extLst>
              <a:ext uri="{FF2B5EF4-FFF2-40B4-BE49-F238E27FC236}">
                <a16:creationId xmlns:a16="http://schemas.microsoft.com/office/drawing/2014/main" id="{E55B9F7B-DE4C-6999-CC72-5D0A6BAE6672}"/>
              </a:ext>
            </a:extLst>
          </p:cNvPr>
          <p:cNvPicPr>
            <a:picLocks noChangeAspect="1"/>
          </p:cNvPicPr>
          <p:nvPr/>
        </p:nvPicPr>
        <p:blipFill>
          <a:blip r:embed="rId4"/>
          <a:stretch>
            <a:fillRect/>
          </a:stretch>
        </p:blipFill>
        <p:spPr>
          <a:xfrm>
            <a:off x="2806700" y="455563"/>
            <a:ext cx="1244598" cy="1244598"/>
          </a:xfrm>
          <a:prstGeom prst="rect">
            <a:avLst/>
          </a:prstGeom>
        </p:spPr>
      </p:pic>
      <p:pic>
        <p:nvPicPr>
          <p:cNvPr id="7" name="Imagen 6">
            <a:extLst>
              <a:ext uri="{FF2B5EF4-FFF2-40B4-BE49-F238E27FC236}">
                <a16:creationId xmlns:a16="http://schemas.microsoft.com/office/drawing/2014/main" id="{E3246B13-DE70-7609-6701-965C7B0A799E}"/>
              </a:ext>
            </a:extLst>
          </p:cNvPr>
          <p:cNvPicPr>
            <a:picLocks noChangeAspect="1"/>
          </p:cNvPicPr>
          <p:nvPr/>
        </p:nvPicPr>
        <p:blipFill>
          <a:blip r:embed="rId5"/>
          <a:stretch>
            <a:fillRect/>
          </a:stretch>
        </p:blipFill>
        <p:spPr>
          <a:xfrm>
            <a:off x="2520443" y="1734569"/>
            <a:ext cx="1817113" cy="911464"/>
          </a:xfrm>
          <a:prstGeom prst="rect">
            <a:avLst/>
          </a:prstGeom>
        </p:spPr>
      </p:pic>
      <p:pic>
        <p:nvPicPr>
          <p:cNvPr id="11" name="Imagen 10">
            <a:extLst>
              <a:ext uri="{FF2B5EF4-FFF2-40B4-BE49-F238E27FC236}">
                <a16:creationId xmlns:a16="http://schemas.microsoft.com/office/drawing/2014/main" id="{E58DFBD1-2883-7694-FCD7-7187EE9112BD}"/>
              </a:ext>
            </a:extLst>
          </p:cNvPr>
          <p:cNvPicPr>
            <a:picLocks noChangeAspect="1"/>
          </p:cNvPicPr>
          <p:nvPr/>
        </p:nvPicPr>
        <p:blipFill>
          <a:blip r:embed="rId6">
            <a:duotone>
              <a:schemeClr val="accent5">
                <a:shade val="45000"/>
                <a:satMod val="135000"/>
              </a:schemeClr>
              <a:prstClr val="white"/>
            </a:duotone>
          </a:blip>
          <a:stretch>
            <a:fillRect/>
          </a:stretch>
        </p:blipFill>
        <p:spPr>
          <a:xfrm>
            <a:off x="2520443" y="6988091"/>
            <a:ext cx="1682750" cy="969531"/>
          </a:xfrm>
          <a:prstGeom prst="rect">
            <a:avLst/>
          </a:prstGeom>
        </p:spPr>
      </p:pic>
      <p:sp>
        <p:nvSpPr>
          <p:cNvPr id="3" name="TextBox 2">
            <a:extLst>
              <a:ext uri="{FF2B5EF4-FFF2-40B4-BE49-F238E27FC236}">
                <a16:creationId xmlns:a16="http://schemas.microsoft.com/office/drawing/2014/main" id="{C735BE86-F4C3-0048-9B64-C1BA1BF5924C}"/>
              </a:ext>
            </a:extLst>
          </p:cNvPr>
          <p:cNvSpPr txBox="1"/>
          <p:nvPr/>
        </p:nvSpPr>
        <p:spPr>
          <a:xfrm>
            <a:off x="723339" y="3289590"/>
            <a:ext cx="5411319" cy="584775"/>
          </a:xfrm>
          <a:prstGeom prst="rect">
            <a:avLst/>
          </a:prstGeom>
          <a:noFill/>
        </p:spPr>
        <p:txBody>
          <a:bodyPr wrap="square" rtlCol="0">
            <a:spAutoFit/>
          </a:bodyPr>
          <a:lstStyle/>
          <a:p>
            <a:pPr algn="ctr"/>
            <a:r>
              <a:rPr kumimoji="0" lang="es-MX" sz="3200" b="0" i="0" u="none" strike="noStrike" kern="1200" cap="none" spc="0" normalizeH="0" baseline="0" noProof="0" dirty="0">
                <a:ln>
                  <a:noFill/>
                </a:ln>
                <a:solidFill>
                  <a:prstClr val="black"/>
                </a:solidFill>
                <a:effectLst/>
                <a:uLnTx/>
                <a:uFillTx/>
                <a:latin typeface="Gill Sans MT" panose="020B0502020104020203" pitchFamily="34" charset="77"/>
                <a:ea typeface="+mj-ea"/>
                <a:cs typeface="+mj-cs"/>
              </a:rPr>
              <a:t>{{NAME}}</a:t>
            </a:r>
            <a:endParaRPr lang="en-MX" dirty="0"/>
          </a:p>
        </p:txBody>
      </p:sp>
    </p:spTree>
    <p:extLst>
      <p:ext uri="{BB962C8B-B14F-4D97-AF65-F5344CB8AC3E}">
        <p14:creationId xmlns:p14="http://schemas.microsoft.com/office/powerpoint/2010/main" val="181696877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4942</TotalTime>
  <Words>61</Words>
  <Application>Microsoft Macintosh PowerPoint</Application>
  <PresentationFormat>Letter Paper (8.5x11 in)</PresentationFormat>
  <Paragraphs>2</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Gill Sans MT</vt:lpstr>
      <vt:lpstr>Tema de Office</vt:lpstr>
      <vt:lpstr> certifica que    ha concluido con éxito el curso de Antropología de la Educación: ¿Cómo ayudar a crecer? con una duración total de 36 horas  Ciudad de México, diciembre 2025       Dr.  Alberto I. Vargas Director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 que Alejandro Turner Hurtado  ha concluido con éxito el curso de Filosofía de la Educación de Leonardo Polo con una duración total de 24 horas  Ciudad de México, diciembre 2023       Dr.  Alberto I. Vargas Director</dc:title>
  <dc:creator>Alberto Ignacio Vargas Pérez</dc:creator>
  <cp:lastModifiedBy>JOSE PABLO IGLESIAS SERRANO</cp:lastModifiedBy>
  <cp:revision>22</cp:revision>
  <dcterms:created xsi:type="dcterms:W3CDTF">2023-12-15T17:15:43Z</dcterms:created>
  <dcterms:modified xsi:type="dcterms:W3CDTF">2025-12-12T01:00:55Z</dcterms:modified>
</cp:coreProperties>
</file>